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0596" y="836712"/>
            <a:ext cx="1662247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83978" y="861321"/>
            <a:ext cx="2160240" cy="3744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02138" y="451281"/>
            <a:ext cx="6319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Fruit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2429" y="451281"/>
            <a:ext cx="7425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 smtClean="0"/>
              <a:t>Apple</a:t>
            </a:r>
            <a:endParaRPr lang="en-US" altLang="zh-CN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220596" y="1381418"/>
            <a:ext cx="16622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207478" y="2276872"/>
            <a:ext cx="16622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292080" y="220486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32402" y="1033105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Fruit</a:t>
            </a:r>
            <a:endParaRPr lang="zh-CN" alt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292080" y="3140968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03648" y="881694"/>
            <a:ext cx="915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Int</a:t>
            </a:r>
            <a:r>
              <a:rPr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no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3796" y="1527175"/>
            <a:ext cx="1275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double weight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23796" y="2319263"/>
            <a:ext cx="1221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char key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45369" y="2478087"/>
            <a:ext cx="1309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en-US" altLang="zh-CN" sz="3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</a:t>
            </a:r>
            <a:endParaRPr lang="zh-CN" altLang="en-US" sz="3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08104" y="3645024"/>
            <a:ext cx="1726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char</a:t>
            </a:r>
            <a:r>
              <a:rPr lang="en-US" altLang="zh-CN" sz="2400" dirty="0" smtClean="0"/>
              <a:t> </a:t>
            </a:r>
            <a:r>
              <a:rPr lang="en-US" altLang="zh-CN" sz="3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type</a:t>
            </a:r>
            <a:endParaRPr lang="zh-CN" altLang="en-US" sz="3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2882843" y="1112526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2915816" y="1772816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2915816" y="2420888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7491355" y="1556792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7380312" y="2590640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7491355" y="3912642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80837" y="1033105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 Byte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347864" y="1628800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8 Byte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75856" y="2267580"/>
            <a:ext cx="825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 1 Byte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926514" y="1381418"/>
            <a:ext cx="889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13 Byte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884368" y="2411596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r>
              <a:rPr lang="en-US" altLang="zh-CN" dirty="0" smtClean="0"/>
              <a:t> Byte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884368" y="3707740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 Byte</a:t>
            </a:r>
            <a:endParaRPr lang="zh-CN" altLang="en-US" dirty="0"/>
          </a:p>
        </p:txBody>
      </p:sp>
      <p:sp>
        <p:nvSpPr>
          <p:cNvPr id="37" name="矩形标注 36"/>
          <p:cNvSpPr/>
          <p:nvPr/>
        </p:nvSpPr>
        <p:spPr>
          <a:xfrm>
            <a:off x="1160806" y="3324763"/>
            <a:ext cx="1708919" cy="612648"/>
          </a:xfrm>
          <a:prstGeom prst="wedgeRectCallout">
            <a:avLst>
              <a:gd name="adj1" fmla="val 28373"/>
              <a:gd name="adj2" fmla="val -1199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Total = 13 Byte</a:t>
            </a:r>
            <a:endParaRPr lang="zh-CN" altLang="en-US" dirty="0"/>
          </a:p>
        </p:txBody>
      </p:sp>
      <p:sp>
        <p:nvSpPr>
          <p:cNvPr id="38" name="矩形标注 37"/>
          <p:cNvSpPr/>
          <p:nvPr/>
        </p:nvSpPr>
        <p:spPr>
          <a:xfrm>
            <a:off x="5307093" y="5085184"/>
            <a:ext cx="1708919" cy="612648"/>
          </a:xfrm>
          <a:prstGeom prst="wedgeRectCallout">
            <a:avLst>
              <a:gd name="adj1" fmla="val 28373"/>
              <a:gd name="adj2" fmla="val -1199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Total = 18 Byte</a:t>
            </a:r>
            <a:endParaRPr lang="zh-CN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624010" y="623731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这是理想中的内存分配情况</a:t>
            </a:r>
            <a:endParaRPr lang="zh-CN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79984" y="5237584"/>
            <a:ext cx="99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NILYANG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03586" y="4476395"/>
            <a:ext cx="99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NILYANG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2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0596" y="836712"/>
            <a:ext cx="1662247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83978" y="861321"/>
            <a:ext cx="2160240" cy="3744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02138" y="451281"/>
            <a:ext cx="6319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Fruit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2429" y="451281"/>
            <a:ext cx="7425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 smtClean="0"/>
              <a:t>Apple</a:t>
            </a:r>
            <a:endParaRPr lang="en-US" altLang="zh-CN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220596" y="1381418"/>
            <a:ext cx="16622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207478" y="2276872"/>
            <a:ext cx="16622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292080" y="220486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32402" y="1033105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Fruit</a:t>
            </a:r>
            <a:endParaRPr lang="zh-CN" alt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292080" y="3140968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03648" y="881694"/>
            <a:ext cx="915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Int</a:t>
            </a:r>
            <a:r>
              <a:rPr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no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3796" y="1527175"/>
            <a:ext cx="1275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double weight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23796" y="2319263"/>
            <a:ext cx="1221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char key</a:t>
            </a:r>
            <a:endParaRPr lang="zh-CN" alt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45369" y="2478087"/>
            <a:ext cx="1309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en-US" altLang="zh-CN" sz="3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</a:t>
            </a:r>
            <a:endParaRPr lang="zh-CN" altLang="en-US" sz="3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08104" y="3645024"/>
            <a:ext cx="1726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char</a:t>
            </a:r>
            <a:r>
              <a:rPr lang="en-US" altLang="zh-CN" sz="2400" dirty="0" smtClean="0"/>
              <a:t> </a:t>
            </a:r>
            <a:r>
              <a:rPr lang="en-US" altLang="zh-CN" sz="3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type</a:t>
            </a:r>
            <a:endParaRPr lang="zh-CN" altLang="en-US" sz="3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2882843" y="1112526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2915816" y="1772816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2915816" y="2420888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7491355" y="1556792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7380312" y="2590640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7491355" y="3912642"/>
            <a:ext cx="4650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80837" y="1033105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8 Byte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347864" y="1628800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8 Byte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75856" y="2267580"/>
            <a:ext cx="825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 8 Byte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926514" y="1381418"/>
            <a:ext cx="889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24 Byte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884368" y="2411596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r>
              <a:rPr lang="en-US" altLang="zh-CN" dirty="0" smtClean="0"/>
              <a:t> Byte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884368" y="3707740"/>
            <a:ext cx="77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 Byte</a:t>
            </a:r>
            <a:endParaRPr lang="zh-CN" altLang="en-US" dirty="0"/>
          </a:p>
        </p:txBody>
      </p:sp>
      <p:sp>
        <p:nvSpPr>
          <p:cNvPr id="37" name="矩形标注 36"/>
          <p:cNvSpPr/>
          <p:nvPr/>
        </p:nvSpPr>
        <p:spPr>
          <a:xfrm>
            <a:off x="1160806" y="3324763"/>
            <a:ext cx="1708919" cy="612648"/>
          </a:xfrm>
          <a:prstGeom prst="wedgeRectCallout">
            <a:avLst>
              <a:gd name="adj1" fmla="val 28373"/>
              <a:gd name="adj2" fmla="val -1199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Total = 24 Byte</a:t>
            </a:r>
            <a:endParaRPr lang="zh-CN" altLang="en-US" dirty="0"/>
          </a:p>
        </p:txBody>
      </p:sp>
      <p:sp>
        <p:nvSpPr>
          <p:cNvPr id="38" name="矩形标注 37"/>
          <p:cNvSpPr/>
          <p:nvPr/>
        </p:nvSpPr>
        <p:spPr>
          <a:xfrm>
            <a:off x="5307093" y="5085184"/>
            <a:ext cx="1708919" cy="612648"/>
          </a:xfrm>
          <a:prstGeom prst="wedgeRectCallout">
            <a:avLst>
              <a:gd name="adj1" fmla="val 28373"/>
              <a:gd name="adj2" fmla="val -1199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Total = 24 Byte</a:t>
            </a:r>
            <a:endParaRPr lang="zh-CN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068382" y="43171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字节对齐</a:t>
            </a:r>
            <a:endParaRPr lang="zh-CN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79984" y="5237584"/>
            <a:ext cx="99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NILYANG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03586" y="4476395"/>
            <a:ext cx="99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NILYANG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76410" y="63897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实际中的内存分配情况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020684" y="53157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字节对齐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64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90</Words>
  <Application>Microsoft Office PowerPoint</Application>
  <PresentationFormat>全屏显示(4:3)</PresentationFormat>
  <Paragraphs>40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meizu</dc:creator>
  <cp:lastModifiedBy>meizu</cp:lastModifiedBy>
  <cp:revision>6</cp:revision>
  <dcterms:created xsi:type="dcterms:W3CDTF">2016-03-25T00:34:47Z</dcterms:created>
  <dcterms:modified xsi:type="dcterms:W3CDTF">2016-03-25T01:22:01Z</dcterms:modified>
</cp:coreProperties>
</file>